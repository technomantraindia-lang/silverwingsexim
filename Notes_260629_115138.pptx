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5200" i="true" u="sng">
                <a:solidFill>
                  <a:srgbClr val="252525"/>
                </a:solidFill>
              </a:rPr>
              <a:t>M</a:t>
            </a:r>
            <a:r>
              <a:rPr lang="en-US" sz="5200" i="true" u="sng">
                <a:solidFill>
                  <a:srgbClr val="252525"/>
                </a:solidFill>
              </a:rPr>
              <a:t>ix Fruits:-</a:t>
            </a:r>
          </a:p>
          <a:p>
            <a:r>
              <a:rPr lang="en-US" sz="3300">
                <a:solidFill>
                  <a:srgbClr val="252525"/>
                </a:solidFill>
              </a:rPr>
              <a:t>Alphonso </a:t>
            </a:r>
          </a:p>
          <a:p>
            <a:r>
              <a:rPr lang="en-US" sz="3300">
                <a:solidFill>
                  <a:srgbClr val="252525"/>
                </a:solidFill>
              </a:rPr>
              <a:t>Banana</a:t>
            </a:r>
          </a:p>
          <a:p>
            <a:r>
              <a:rPr lang="en-US" sz="3300">
                <a:solidFill>
                  <a:srgbClr val="252525"/>
                </a:solidFill>
              </a:rPr>
              <a:t>Keser Mango</a:t>
            </a:r>
          </a:p>
          <a:p>
            <a:r>
              <a:rPr lang="en-US" sz="3300">
                <a:solidFill>
                  <a:srgbClr val="252525"/>
                </a:solidFill>
              </a:rPr>
              <a:t>Badami Mango</a:t>
            </a:r>
          </a:p>
          <a:p>
            <a:r>
              <a:rPr lang="en-US" sz="3300">
                <a:solidFill>
                  <a:srgbClr val="252525"/>
                </a:solidFill>
              </a:rPr>
              <a:t>Pomegranate</a:t>
            </a:r>
          </a:p>
          <a:p>
            <a:r>
              <a:rPr lang="en-US" sz="3300">
                <a:solidFill>
                  <a:srgbClr val="252525"/>
                </a:solidFill>
              </a:rPr>
              <a:t>Coconut Husk</a:t>
            </a:r>
          </a:p>
          <a:p>
            <a:r>
              <a:rPr lang="en-US" sz="3300">
                <a:solidFill>
                  <a:srgbClr val="252525"/>
                </a:solidFill>
              </a:rPr>
              <a:t>Watermelon</a:t>
            </a:r>
          </a:p>
          <a:p>
            <a:r>
              <a:rPr lang="en-US" sz="3300">
                <a:solidFill>
                  <a:srgbClr val="252525"/>
                </a:solidFill>
              </a:rPr>
              <a:t>Sapodilla</a:t>
            </a:r>
          </a:p>
          <a:p>
            <a:r>
              <a:rPr lang="en-US" sz="3300">
                <a:solidFill>
                  <a:srgbClr val="252525"/>
                </a:solidFill>
              </a:rPr>
              <a:t>Custard Apple </a:t>
            </a:r>
          </a:p>
          <a:p>
            <a:pPr>
              <a:buFont typeface="Arial"/>
              <a:buChar char="•"/>
            </a:pPr>
            <a:r>
              <a:rPr lang="en-US" sz="5200" b="true" i="true" u="sng">
                <a:solidFill>
                  <a:srgbClr val="252525"/>
                </a:solidFill>
              </a:rPr>
              <a:t>Vegetables:-</a:t>
            </a:r>
          </a:p>
          <a:p>
            <a:r>
              <a:rPr lang="en-US" sz="3300">
                <a:solidFill>
                  <a:srgbClr val="252525"/>
                </a:solidFill>
              </a:rPr>
              <a:t>Suran</a:t>
            </a:r>
          </a:p>
          <a:p>
            <a:r>
              <a:rPr lang="en-US" sz="3300">
                <a:solidFill>
                  <a:srgbClr val="252525"/>
                </a:solidFill>
              </a:rPr>
              <a:t>Green Chilli</a:t>
            </a:r>
          </a:p>
          <a:p>
            <a:r>
              <a:rPr lang="en-US" sz="3300">
                <a:solidFill>
                  <a:srgbClr val="252525"/>
                </a:solidFill>
              </a:rPr>
              <a:t>Onion</a:t>
            </a:r>
          </a:p>
          <a:p>
            <a:r>
              <a:rPr lang="en-US" sz="3300">
                <a:solidFill>
                  <a:srgbClr val="252525"/>
                </a:solidFill>
              </a:rPr>
              <a:t>Okra</a:t>
            </a:r>
          </a:p>
          <a:p>
            <a:r>
              <a:rPr lang="en-US" sz="3300">
                <a:solidFill>
                  <a:srgbClr val="252525"/>
                </a:solidFill>
              </a:rPr>
              <a:t>Ginger</a:t>
            </a:r>
          </a:p>
          <a:p>
            <a:r>
              <a:rPr lang="en-US" sz="3300">
                <a:solidFill>
                  <a:srgbClr val="252525"/>
                </a:solidFill>
              </a:rPr>
              <a:t>Drumstick </a:t>
            </a:r>
          </a:p>
          <a:p>
            <a:r>
              <a:rPr lang="en-US" sz="3300">
                <a:solidFill>
                  <a:srgbClr val="252525"/>
                </a:solidFill>
              </a:rPr>
              <a:t>Tomato</a:t>
            </a:r>
          </a:p>
          <a:p>
            <a:r>
              <a:rPr lang="en-US" sz="3300">
                <a:solidFill>
                  <a:srgbClr val="252525"/>
                </a:solidFill>
              </a:rPr>
              <a:t>Lemon</a:t>
            </a:r>
          </a:p>
          <a:p>
            <a:r>
              <a:rPr lang="en-US" sz="3300">
                <a:solidFill>
                  <a:srgbClr val="252525"/>
                </a:solidFill>
              </a:rPr>
              <a:t>Potato</a:t>
            </a:r>
          </a:p>
          <a:p>
            <a:pPr>
              <a:buFont typeface="Arial"/>
              <a:buChar char="•"/>
            </a:pPr>
            <a:r>
              <a:rPr lang="en-US" sz="5200" b="true" i="true" u="sng">
                <a:solidFill>
                  <a:srgbClr val="252525"/>
                </a:solidFill>
              </a:rPr>
              <a:t>Confectioner:-</a:t>
            </a:r>
          </a:p>
          <a:p>
            <a:r>
              <a:rPr lang="en-US" sz="3300">
                <a:solidFill>
                  <a:srgbClr val="252525"/>
                </a:solidFill>
              </a:rPr>
              <a:t>Candy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300">
                <a:solidFill>
                  <a:srgbClr val="252525"/>
                </a:solidFill>
              </a:rPr>
              <a:t>Chocolates </a:t>
            </a:r>
          </a:p>
          <a:p>
            <a:r>
              <a:rPr lang="en-US" sz="3300">
                <a:solidFill>
                  <a:srgbClr val="252525"/>
                </a:solidFill>
              </a:rPr>
              <a:t>Lollipop </a:t>
            </a:r>
          </a:p>
          <a:p>
            <a:pPr>
              <a:buFont typeface="Arial"/>
              <a:buChar char="•"/>
            </a:pPr>
            <a:r>
              <a:rPr lang="en-US" sz="5200" b="true" i="true" u="sng">
                <a:solidFill>
                  <a:srgbClr val="252525"/>
                </a:solidFill>
              </a:rPr>
              <a:t>Spices:-</a:t>
            </a:r>
          </a:p>
          <a:p>
            <a:r>
              <a:rPr lang="en-US" sz="3300">
                <a:solidFill>
                  <a:srgbClr val="252525"/>
                </a:solidFill>
              </a:rPr>
              <a:t>Turmeric </a:t>
            </a:r>
          </a:p>
          <a:p>
            <a:r>
              <a:rPr lang="en-US" sz="3300">
                <a:solidFill>
                  <a:srgbClr val="252525"/>
                </a:solidFill>
              </a:rPr>
              <a:t>Chilli Powder </a:t>
            </a:r>
          </a:p>
          <a:p>
            <a:r>
              <a:rPr lang="en-US" sz="3300">
                <a:solidFill>
                  <a:srgbClr val="252525"/>
                </a:solidFill>
              </a:rPr>
              <a:t>Turmeric Powder </a:t>
            </a:r>
          </a:p>
          <a:p>
            <a:r>
              <a:rPr lang="en-US" sz="3300">
                <a:solidFill>
                  <a:srgbClr val="252525"/>
                </a:solidFill>
              </a:rPr>
              <a:t>Green Cardamom</a:t>
            </a:r>
          </a:p>
          <a:p>
            <a:r>
              <a:rPr lang="en-US" sz="3300">
                <a:solidFill>
                  <a:srgbClr val="252525"/>
                </a:solidFill>
              </a:rPr>
              <a:t>Coriander Powder </a:t>
            </a:r>
          </a:p>
          <a:p>
            <a:r>
              <a:rPr lang="en-US" sz="3300">
                <a:solidFill>
                  <a:srgbClr val="252525"/>
                </a:solidFill>
              </a:rPr>
              <a:t>Cloves</a:t>
            </a:r>
          </a:p>
          <a:p>
            <a:r>
              <a:rPr lang="en-US" sz="3300">
                <a:solidFill>
                  <a:srgbClr val="252525"/>
                </a:solidFill>
              </a:rPr>
              <a:t>Chilli Flakes </a:t>
            </a:r>
          </a:p>
          <a:p>
            <a:r>
              <a:rPr lang="en-US" sz="3300">
                <a:solidFill>
                  <a:srgbClr val="252525"/>
                </a:solidFill>
              </a:rPr>
              <a:t>Garam Masala</a:t>
            </a:r>
          </a:p>
          <a:p>
            <a:r>
              <a:rPr lang="en-US" sz="3300">
                <a:solidFill>
                  <a:srgbClr val="252525"/>
                </a:solidFill>
              </a:rPr>
              <a:t>Cumin Powder </a:t>
            </a:r>
          </a:p>
          <a:p>
            <a:r>
              <a:rPr lang="en-US" sz="3300">
                <a:solidFill>
                  <a:srgbClr val="252525"/>
                </a:solidFill>
              </a:rPr>
              <a:t>Dry Ginger </a:t>
            </a:r>
          </a:p>
          <a:p>
            <a:r>
              <a:rPr lang="en-US" sz="3300">
                <a:solidFill>
                  <a:srgbClr val="252525"/>
                </a:solidFill>
              </a:rPr>
              <a:t>Black Paper</a:t>
            </a:r>
          </a:p>
          <a:p>
            <a:r>
              <a:rPr lang="en-US" sz="3300">
                <a:solidFill>
                  <a:srgbClr val="252525"/>
                </a:solidFill>
              </a:rPr>
              <a:t>Red Chilli </a:t>
            </a:r>
          </a:p>
          <a:p>
            <a:pPr>
              <a:buFont typeface="Arial"/>
              <a:buChar char="•"/>
            </a:pPr>
            <a:r>
              <a:rPr lang="en-US" sz="5200" b="true" i="true" u="sng">
                <a:solidFill>
                  <a:srgbClr val="252525"/>
                </a:solidFill>
              </a:rPr>
              <a:t>Frozen;-</a:t>
            </a:r>
          </a:p>
          <a:p>
            <a:r>
              <a:rPr lang="en-US" sz="3300">
                <a:solidFill>
                  <a:srgbClr val="252525"/>
                </a:solidFill>
              </a:rPr>
              <a:t>Taros</a:t>
            </a:r>
          </a:p>
          <a:p>
            <a:r>
              <a:rPr lang="en-US" sz="3300">
                <a:solidFill>
                  <a:srgbClr val="252525"/>
                </a:solidFill>
              </a:rPr>
              <a:t>Papaya</a:t>
            </a:r>
          </a:p>
          <a:p>
            <a:r>
              <a:rPr lang="en-US" sz="3300">
                <a:solidFill>
                  <a:srgbClr val="252525"/>
                </a:solidFill>
              </a:rPr>
              <a:t>Vegies</a:t>
            </a:r>
          </a:p>
          <a:p>
            <a:r>
              <a:rPr lang="en-US" sz="3300">
                <a:solidFill>
                  <a:srgbClr val="252525"/>
                </a:solidFill>
              </a:rPr>
              <a:t>Strawberrys</a:t>
            </a:r>
          </a:p>
          <a:p>
            <a:pPr>
              <a:buFont typeface="Arial"/>
              <a:buChar char="•"/>
            </a:pPr>
            <a:r>
              <a:rPr lang="en-US" sz="5200" b="true" i="true" u="sng">
                <a:solidFill>
                  <a:srgbClr val="252525"/>
                </a:solidFill>
              </a:rPr>
              <a:t>Rice:-</a:t>
            </a:r>
          </a:p>
          <a:p>
            <a:r>
              <a:rPr lang="en-US" sz="3300">
                <a:solidFill>
                  <a:srgbClr val="252525"/>
                </a:solidFill>
              </a:rPr>
              <a:t>Broken Rice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300">
                <a:solidFill>
                  <a:srgbClr val="252525"/>
                </a:solidFill>
              </a:rPr>
              <a:t>Non Basmati</a:t>
            </a:r>
          </a:p>
          <a:p>
            <a:r>
              <a:rPr lang="en-US" sz="3300">
                <a:solidFill>
                  <a:srgbClr val="252525"/>
                </a:solidFill>
              </a:rPr>
              <a:t>Basmati Rice</a:t>
            </a:r>
          </a:p>
          <a:p>
            <a:r>
              <a:rPr lang="en-US" sz="3300">
                <a:solidFill>
                  <a:srgbClr val="252525"/>
                </a:solidFill>
              </a:rPr>
              <a:t>IR64 Rice</a:t>
            </a:r>
          </a:p>
          <a:p>
            <a:pPr>
              <a:buFont typeface="Arial"/>
              <a:buChar char="•"/>
            </a:pPr>
            <a:r>
              <a:rPr lang="en-US" sz="5200" b="true" i="true" u="sng">
                <a:solidFill>
                  <a:srgbClr val="252525"/>
                </a:solidFill>
              </a:rPr>
              <a:t>Floue:-</a:t>
            </a:r>
          </a:p>
          <a:p>
            <a:r>
              <a:rPr lang="en-US" sz="3300">
                <a:solidFill>
                  <a:srgbClr val="252525"/>
                </a:solidFill>
              </a:rPr>
              <a:t>Cattle Feed</a:t>
            </a:r>
          </a:p>
          <a:p>
            <a:r>
              <a:rPr lang="en-US" sz="3300">
                <a:solidFill>
                  <a:srgbClr val="252525"/>
                </a:solidFill>
              </a:rPr>
              <a:t>Maize</a:t>
            </a:r>
          </a:p>
          <a:p>
            <a:r>
              <a:rPr lang="en-US" sz="3300">
                <a:solidFill>
                  <a:srgbClr val="252525"/>
                </a:solidFill>
              </a:rPr>
              <a:t>Millet</a:t>
            </a:r>
          </a:p>
          <a:p>
            <a:r>
              <a:rPr lang="en-US" sz="3300">
                <a:solidFill>
                  <a:srgbClr val="252525"/>
                </a:solidFill>
              </a:rPr>
              <a:t>Maida</a:t>
            </a:r>
          </a:p>
          <a:p>
            <a:r>
              <a:rPr lang="en-US" sz="3300">
                <a:solidFill>
                  <a:srgbClr val="252525"/>
                </a:solidFill>
              </a:rPr>
              <a:t>Wheat Flour </a:t>
            </a:r>
          </a:p>
          <a:p>
            <a:pPr>
              <a:buFont typeface="Arial"/>
              <a:buChar char="•"/>
            </a:pPr>
            <a:r>
              <a:rPr lang="en-US" sz="5200" b="true" i="true" u="sng">
                <a:solidFill>
                  <a:srgbClr val="252525"/>
                </a:solidFill>
              </a:rPr>
              <a:t>Salt:-</a:t>
            </a:r>
          </a:p>
          <a:p>
            <a:r>
              <a:rPr lang="en-US" sz="3300">
                <a:solidFill>
                  <a:srgbClr val="252525"/>
                </a:solidFill>
              </a:rPr>
              <a:t>Iodised Salt</a:t>
            </a:r>
          </a:p>
          <a:p>
            <a:r>
              <a:rPr lang="en-US" sz="3300">
                <a:solidFill>
                  <a:srgbClr val="252525"/>
                </a:solidFill>
              </a:rPr>
              <a:t>Himalaya Salt</a:t>
            </a:r>
          </a:p>
          <a:p>
            <a:r>
              <a:rPr lang="en-US" sz="3300">
                <a:solidFill>
                  <a:srgbClr val="252525"/>
                </a:solidFill>
              </a:rPr>
              <a:t>Solt</a:t>
            </a:r>
          </a:p>
          <a:p>
            <a:pPr>
              <a:buFont typeface="Arial"/>
              <a:buChar char="•"/>
            </a:pPr>
            <a:r>
              <a:rPr lang="en-US" sz="5200" b="true" i="true" u="sng">
                <a:solidFill>
                  <a:srgbClr val="252525"/>
                </a:solidFill>
              </a:rPr>
              <a:t>Makhana/Fox Nuts:-</a:t>
            </a:r>
          </a:p>
          <a:p>
            <a:r>
              <a:rPr lang="en-US" sz="3300">
                <a:solidFill>
                  <a:srgbClr val="252525"/>
                </a:solidFill>
              </a:rPr>
              <a:t>Plain Makhama</a:t>
            </a:r>
          </a:p>
          <a:p>
            <a:r>
              <a:rPr lang="en-US" sz="3300">
                <a:solidFill>
                  <a:srgbClr val="252525"/>
                </a:solidFill>
              </a:rPr>
              <a:t>Flovoured Makhana</a:t>
            </a:r>
          </a:p>
          <a:p>
            <a:r>
              <a:rPr lang="en-US" sz="3300">
                <a:solidFill>
                  <a:srgbClr val="252525"/>
                </a:solidFill>
              </a:rPr>
              <a:t>Roasted Makhana </a:t>
            </a:r>
          </a:p>
          <a:p>
            <a:pPr>
              <a:buFont typeface="Arial"/>
              <a:buChar char="•"/>
            </a:pPr>
            <a:r>
              <a:rPr lang="en-US" sz="5200" b="true" i="true" u="sng">
                <a:solidFill>
                  <a:srgbClr val="252525"/>
                </a:solidFill>
              </a:rPr>
              <a:t>Dehydrated Products :-</a:t>
            </a:r>
          </a:p>
          <a:p>
            <a:r>
              <a:rPr lang="en-US" sz="3300">
                <a:solidFill>
                  <a:srgbClr val="252525"/>
                </a:solidFill>
              </a:rPr>
              <a:t>Onion Powder </a:t>
            </a:r>
          </a:p>
          <a:p>
            <a:r>
              <a:rPr lang="en-US" sz="3300">
                <a:solidFill>
                  <a:srgbClr val="252525"/>
                </a:solidFill>
              </a:rPr>
              <a:t>Onion Flakes</a:t>
            </a:r>
          </a:p>
          <a:p>
            <a:r>
              <a:rPr lang="en-US" sz="3300">
                <a:solidFill>
                  <a:srgbClr val="252525"/>
                </a:solidFill>
              </a:rPr>
              <a:t>Mix Fruits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300">
                <a:solidFill>
                  <a:srgbClr val="252525"/>
                </a:solidFill>
              </a:rPr>
              <a:t>Mix Vegetables </a:t>
            </a:r>
          </a:p>
          <a:p>
            <a:r>
              <a:rPr lang="en-US" sz="3300">
                <a:solidFill>
                  <a:srgbClr val="252525"/>
                </a:solidFill>
              </a:rPr>
              <a:t>Banana Powder </a:t>
            </a:r>
          </a:p>
          <a:p>
            <a:r>
              <a:rPr lang="en-US" sz="3300">
                <a:solidFill>
                  <a:srgbClr val="252525"/>
                </a:solidFill>
              </a:rPr>
              <a:t>Ginger Powder </a:t>
            </a:r>
          </a:p>
          <a:p>
            <a:pPr>
              <a:buFont typeface="Arial"/>
              <a:buChar char="•"/>
            </a:pPr>
            <a:r>
              <a:rPr lang="en-US" sz="5200" b="true" i="true" u="sng">
                <a:solidFill>
                  <a:srgbClr val="252525"/>
                </a:solidFill>
              </a:rPr>
              <a:t>Seeds:-</a:t>
            </a:r>
          </a:p>
          <a:p>
            <a:r>
              <a:rPr lang="en-US" sz="3300">
                <a:solidFill>
                  <a:srgbClr val="252525"/>
                </a:solidFill>
              </a:rPr>
              <a:t>Ground Nuts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